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6037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Perkenalkan tim dan tujuan presentasi: memaparkan rencana pembangunan toko online TokoKita berdasarkan PRD, dari masalah yang diselesaikan sampai target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Gambaran urutan presentasi agar penilai tahu alurnya.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kenapa UMKM butuh toko online sendiri: komisi, kepemilikan data, persaingan harga, dan risiko suspend. Lalu tunjukkan jawaban TokoKita.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Pembeli fokus pada kecepatan dan kepercayaan. Admin toko bukan orang IT, jadi panel admin harus sederhana.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MVP adalah prioritas. Fitur lanjutan dikerjakan setelah MVP stabil. Yang di luar cakupan sengaja ditunda.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teknologi dipilih agar tim pemula bisa cepat produktif: satu proyek, satu bahasa (TypeScript), komponen siap pakai.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request: pengguna membuka halaman, Next.js memproses di server, Prisma menerjemahkan ke query MySQL. Layanan pendukung: email, penyimpanan gambar, dan job terjadwal.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pengelompokan tabel. Tekankan tiga aturan data: harga dalam rupiah (INT), data pesanan disalin saat checkout, dan stok per varian.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siapa yang mengubah tiap status. Pesanan yang tidak dibayar 24 jam dibatalkan otomatis oleh sistem, stok dan kuota promo dikembalikan.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Beranda dirancang mobile-first karena 90% pembeli memakai HP.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 produk menjawab kekhawatiran pembeli: harga jelas, stok jelas, ulasan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Checkout dipandu 4 langkah agar selesai di bawah 3 menit.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admin dibuat sederhana untuk pengguna yang bukan orang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nama tiap anggota. Pembagian mengikuti modul PRD agar tiap orang punya area yang jelas dan jarang bentrok.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alur Git berbasis branch per fitur dan Pull Request, papan tugas Trello, serta kebiasaan 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target dari PRD beserta cara kami mengujinya sebelum rilis.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Kepatuhan UU PDP, keamanan akun, dan aturan transaksi yang adil.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Risiko terbesar ada di sisi tim (belajar teknologi baru dan scope creep), bukan di teknis. Mitigasinya sudah direncanakan sejak 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dilakukan dengan data awal yang sudah disiapkan agar toko tidak kosong. Jelaskan alasan belum memakai payment gateway.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Rangkum empat komitmen tim, lalu buka sesi tanya jawab.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3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3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830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 MAGANG KELOMPOK  ·  FULL STACK DEVELOPER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 Online Mandiri: Hasil Pembangunan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05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lingkup, arsitektur, desain antarmuka, hasil pengujian, dan status rilis berdasarkan PRD.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1663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Anggota Tim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5166360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1 Minggu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516636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Prisma · MySQL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874520"/>
            <a:ext cx="4983480" cy="292608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pic>
        <p:nvPicPr>
          <p:cNvPr id="10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965960"/>
            <a:ext cx="4800600" cy="26791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720840" y="49377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beranda TokoKita</a:t>
            </a:r>
            <a:endParaRPr lang="en-US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F81735-DB2C-EC55-5BB2-7640F2248223}"/>
              </a:ext>
            </a:extLst>
          </p:cNvPr>
          <p:cNvSpPr/>
          <p:nvPr/>
        </p:nvSpPr>
        <p:spPr>
          <a:xfrm>
            <a:off x="9847995" y="3123941"/>
            <a:ext cx="190085" cy="3050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Akan Kami Paparkan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Pengguna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diselesaikan dan siapa penggunanya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58258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58258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 Fitur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58258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MVP, fitur lanjutan, dan batasan proyek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447837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8447837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&amp; Arsitektur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47837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stack, arsitektur sistem, dan rancangan database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Beranda, detail produk, checkout, dan panel admin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658258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4658258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&amp; Jadwal Kerja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658258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peran, alur kolaborasi, dan roadmap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447837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26"/>
          <p:cNvSpPr txBox="1"/>
          <p:nvPr/>
        </p:nvSpPr>
        <p:spPr>
          <a:xfrm>
            <a:off x="8447837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Kualitas, Risiko &amp; Demo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447837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keberhasilan, keamanan, risiko, dan rencana demo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Ingin Kami Selesaikan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011680"/>
            <a:ext cx="640080" cy="64008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16529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Tantangan Berjualan di Marketplace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5351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Komisi terus naik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371600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Potongan per transaksi menggerus margin UMKM.</a:t>
            </a:r>
            <a:endParaRPr lang="en-US" sz="13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3075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71600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bukan milik penjual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71600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Sulit membangun pelanggan setia.</a:t>
            </a:r>
            <a:endParaRPr lang="en-US" sz="13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0799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Perang harga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371600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disandingkan langsung dengan kompetitor.</a:t>
            </a:r>
            <a:endParaRPr lang="en-US" sz="13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85232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71600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Ketergantungan platform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371600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di-suspend, penjualan langsung berhenti.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6566764" y="201168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383" y="2165299"/>
            <a:ext cx="332842" cy="33284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389724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TokoKita</a:t>
            </a:r>
            <a:endParaRPr lang="en-US" sz="2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2953512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069684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Bebas komisi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7069684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hasil penjualan masuk ke pemilik toko.</a:t>
            </a:r>
            <a:endParaRPr lang="en-US" sz="13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3730752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7069684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pelanggan sendiri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7069684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kirim promo dan voucher ke pelanggan setia.</a:t>
            </a:r>
            <a:endParaRPr lang="en-US" sz="13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4507992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7069684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Etalase eksklusif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7069684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produk brand sendiri, tanpa iklan kompetitor.</a:t>
            </a:r>
            <a:endParaRPr lang="en-US" sz="13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5285232"/>
            <a:ext cx="274320" cy="274320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7069684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Pembelajaran nyata</a:t>
            </a:r>
            <a:endParaRPr lang="en-US" sz="1500" dirty="0"/>
          </a:p>
        </p:txBody>
      </p:sp>
      <p:sp>
        <p:nvSpPr>
          <p:cNvPr id="38" name="Text 25"/>
          <p:cNvSpPr txBox="1"/>
          <p:nvPr/>
        </p:nvSpPr>
        <p:spPr>
          <a:xfrm>
            <a:off x="7069684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membangun sistem transaksi dari hulu ke hilir.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KEBUTUHAN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Pengguna Utama TokoKita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938" y="224393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74520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1874520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18–40 tahun  ·  90% belanja lewat HP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14400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barang cepat, foto jelas, checkout di bawah 3 menit.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14400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14400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 palsu, ongkir tidak jelas, stok ternyata habis.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914400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14400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14400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ukuran, ulasan pembeli asli, kode promo.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612484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021" y="2243938"/>
            <a:ext cx="404165" cy="40416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572604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572604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Pemilik atau staf operasional  ·  bukan orang IT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612484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612484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612484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omzet, stok menipis, dan input resi dengan mudah.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612484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12484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612484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mutasi bank manual dan salah kirim varian.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6612484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12484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6612484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 ≤ 5 dan ubah status pesanan sekali klik.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yang Dibangun dan Batasannya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864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2011680"/>
            <a:ext cx="4846320" cy="420624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·  Wajib Selesai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2549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1615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cari &amp; filter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6557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1615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&amp; varian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05656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1615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&amp; kode promo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745736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1615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385816"/>
            <a:ext cx="237744" cy="237744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21615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sesuai berat</a:t>
            </a:r>
            <a:endParaRPr lang="en-US" sz="13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825496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63931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&amp; lupa password</a:t>
            </a:r>
            <a:endParaRPr lang="en-US" sz="13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46557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363931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&amp; status pesanan</a:t>
            </a:r>
            <a:endParaRPr lang="en-US" sz="13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05656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363931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pesanan &amp; produk</a:t>
            </a:r>
            <a:endParaRPr lang="en-US" sz="130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745736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363931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5385816"/>
            <a:ext cx="237744" cy="237744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363931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29" name="Shape 16"/>
          <p:cNvSpPr/>
          <p:nvPr/>
        </p:nvSpPr>
        <p:spPr>
          <a:xfrm>
            <a:off x="6309360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17"/>
          <p:cNvSpPr txBox="1"/>
          <p:nvPr/>
        </p:nvSpPr>
        <p:spPr>
          <a:xfrm>
            <a:off x="6629400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Lanjutan  ·  Selesai</a:t>
            </a:r>
            <a:endParaRPr lang="en-US" sz="1400" dirty="0"/>
          </a:p>
        </p:txBody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825496"/>
            <a:ext cx="237744" cy="237744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6976872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13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465576"/>
            <a:ext cx="237744" cy="237744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6976872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300" dirty="0"/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105656"/>
            <a:ext cx="237744" cy="237744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6976872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promo &amp; banner</a:t>
            </a:r>
            <a:endParaRPr lang="en-US" sz="1300" dirty="0"/>
          </a:p>
        </p:txBody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745736"/>
            <a:ext cx="237744" cy="237744"/>
          </a:xfrm>
          <a:prstGeom prst="rect">
            <a:avLst/>
          </a:prstGeom>
        </p:spPr>
      </p:pic>
      <p:sp>
        <p:nvSpPr>
          <p:cNvPr id="38" name="Text 21"/>
          <p:cNvSpPr txBox="1"/>
          <p:nvPr/>
        </p:nvSpPr>
        <p:spPr>
          <a:xfrm>
            <a:off x="6976872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omzet</a:t>
            </a:r>
            <a:endParaRPr lang="en-US" sz="1300" dirty="0"/>
          </a:p>
        </p:txBody>
      </p:sp>
      <p:sp>
        <p:nvSpPr>
          <p:cNvPr id="39" name="Shape 22"/>
          <p:cNvSpPr/>
          <p:nvPr/>
        </p:nvSpPr>
        <p:spPr>
          <a:xfrm>
            <a:off x="9111996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0" name="Text 23"/>
          <p:cNvSpPr txBox="1"/>
          <p:nvPr/>
        </p:nvSpPr>
        <p:spPr>
          <a:xfrm>
            <a:off x="9432036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Luar Cakupan</a:t>
            </a:r>
            <a:endParaRPr lang="en-US" sz="1400" dirty="0"/>
          </a:p>
        </p:txBody>
      </p:sp>
      <p:pic>
        <p:nvPicPr>
          <p:cNvPr id="41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2825496"/>
            <a:ext cx="237744" cy="237744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9779508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uang asli</a:t>
            </a:r>
            <a:endParaRPr lang="en-US" sz="1300" dirty="0"/>
          </a:p>
        </p:txBody>
      </p:sp>
      <p:pic>
        <p:nvPicPr>
          <p:cNvPr id="43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3465576"/>
            <a:ext cx="237744" cy="237744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779508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per kota tujuan</a:t>
            </a:r>
            <a:endParaRPr lang="en-US" sz="1300" dirty="0"/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105656"/>
            <a:ext cx="237744" cy="237744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9779508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Lacak resi otomatis</a:t>
            </a:r>
            <a:endParaRPr lang="en-US" sz="1300" dirty="0"/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745736"/>
            <a:ext cx="237744" cy="237744"/>
          </a:xfrm>
          <a:prstGeom prst="rect">
            <a:avLst/>
          </a:prstGeom>
        </p:spPr>
      </p:pic>
      <p:sp>
        <p:nvSpPr>
          <p:cNvPr id="48" name="Text 27"/>
          <p:cNvSpPr txBox="1"/>
          <p:nvPr/>
        </p:nvSpPr>
        <p:spPr>
          <a:xfrm>
            <a:off x="9779508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Google</a:t>
            </a:r>
            <a:endParaRPr lang="en-US" sz="1300" dirty="0"/>
          </a:p>
        </p:txBody>
      </p:sp>
      <p:pic>
        <p:nvPicPr>
          <p:cNvPr id="49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5385816"/>
            <a:ext cx="237744" cy="237744"/>
          </a:xfrm>
          <a:prstGeom prst="rect">
            <a:avLst/>
          </a:prstGeom>
        </p:spPr>
      </p:pic>
      <p:sp>
        <p:nvSpPr>
          <p:cNvPr id="50" name="Text 28"/>
          <p:cNvSpPr txBox="1"/>
          <p:nvPr/>
        </p:nvSpPr>
        <p:spPr>
          <a:xfrm>
            <a:off x="9779508" y="534924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mobile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TEKNOLOGI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dan Alasan Pemilihannya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2E8F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1957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(App Router)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600200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dan logika server dalam satu proyek, tidak perlu mengelola dua server.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12538" y="1965960"/>
            <a:ext cx="640080" cy="64008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158" y="211957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89778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389778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utama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Stabil, sudah dipelajari di kampus; berjalan di Aiven (cloud) dan lokal lewat Laragon.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402117" y="1965960"/>
            <a:ext cx="640080" cy="64008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5736" y="211957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9357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79357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Penghubung database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402117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ditulis sebagai kode TypeScript, lengkap dengan migrasi dan data awal.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22960" y="4389120"/>
            <a:ext cx="640080" cy="64008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579" y="4542739"/>
            <a:ext cx="332842" cy="3328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1600200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siap pakai, tampilan seragam dan responsif tanpa CSS dari nol.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612538" y="4389120"/>
            <a:ext cx="640080" cy="64008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6158" y="454273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389778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5389778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belanja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4612538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disimpan di browser dan tetap ada walau halaman dimuat ulang.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8402117" y="438912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5736" y="4542739"/>
            <a:ext cx="332842" cy="33284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179357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+ Zod</a:t>
            </a:r>
            <a:endParaRPr lang="en-US" sz="1700" dirty="0"/>
          </a:p>
        </p:txBody>
      </p:sp>
      <p:sp>
        <p:nvSpPr>
          <p:cNvPr id="41" name="Text 32"/>
          <p:cNvSpPr txBox="1"/>
          <p:nvPr/>
        </p:nvSpPr>
        <p:spPr>
          <a:xfrm>
            <a:off x="9179357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&amp; validasi</a:t>
            </a:r>
            <a:endParaRPr lang="en-US" sz="1200" dirty="0"/>
          </a:p>
        </p:txBody>
      </p:sp>
      <p:sp>
        <p:nvSpPr>
          <p:cNvPr id="42" name="Text 33"/>
          <p:cNvSpPr txBox="1"/>
          <p:nvPr/>
        </p:nvSpPr>
        <p:spPr>
          <a:xfrm>
            <a:off x="8402117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validasi yang sama dipakai di form dan server, data salah ketik ditolak.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SISTEM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Semua Bagian Terhubung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103120" cy="283464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25880" y="26060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554" y="27377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325880" y="365760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554" y="378927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4251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2697480" y="3429000"/>
            <a:ext cx="54864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3291840" y="1691640"/>
            <a:ext cx="4480560" cy="3474720"/>
          </a:xfrm>
          <a:prstGeom prst="roundRect">
            <a:avLst>
              <a:gd name="adj" fmla="val 3684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5661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Next.js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3566160" y="233172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74904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3749040" y="2715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Components: beranda, katalog, akun, admin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66160" y="320040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490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3584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data: login, checkout, promo, status pesanan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566160" y="406908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749040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749040" y="44531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/api/search  ·  /api/cron  ·  /api/payment/midtrans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818120" y="3429000"/>
            <a:ext cx="50292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321040" y="2651760"/>
            <a:ext cx="1508760" cy="155448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96528" y="2834640"/>
            <a:ext cx="548640" cy="54864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8202" y="2966314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321040" y="3474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7490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&amp; migrasi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9875520" y="3429000"/>
            <a:ext cx="41148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0332720" y="2651760"/>
            <a:ext cx="1307592" cy="1554480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0707624" y="283464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9298" y="2966314"/>
            <a:ext cx="285293" cy="285293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332720" y="347472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10332720" y="374904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 · Aiven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PENDUKUNG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3474720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0" y="5468112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023360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SMTP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4023360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pesanan &amp; reset password</a:t>
            </a:r>
            <a:endParaRPr lang="en-US" sz="1100" dirty="0"/>
          </a:p>
        </p:txBody>
      </p:sp>
      <p:sp>
        <p:nvSpPr>
          <p:cNvPr id="44" name="Shape 36"/>
          <p:cNvSpPr/>
          <p:nvPr/>
        </p:nvSpPr>
        <p:spPr>
          <a:xfrm>
            <a:off x="6258458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1338" y="5468112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6807098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Penyimpanan Gambar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6807098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saat dev, Vercel Blob saat rilis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9042197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077" y="5468112"/>
            <a:ext cx="274320" cy="27432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590837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Terjadwal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9590837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Harian di Vercel Hobby (15 menit di Pro)</a:t>
            </a:r>
            <a:endParaRPr lang="en-US" sz="1100" dirty="0"/>
          </a:p>
        </p:txBody>
      </p:sp>
      <p:sp>
        <p:nvSpPr>
          <p:cNvPr id="52" name="Shape 42"/>
          <p:cNvSpPr/>
          <p:nvPr/>
        </p:nvSpPr>
        <p:spPr>
          <a:xfrm>
            <a:off x="5532120" y="5193792"/>
            <a:ext cx="0" cy="9144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DATABASE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 MySQL dalam 4 Kelompok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606040" cy="36118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204094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19202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219456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tabel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2651760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08152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addresses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511296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password_reset_tokens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33756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566160" y="1920240"/>
            <a:ext cx="502920" cy="50292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1" y="204094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16052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16052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tabel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56616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56616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product_images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356616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product_variants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56616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566160" y="480060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wishlist_items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4652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675120" y="1920240"/>
            <a:ext cx="502920" cy="50292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821" y="2040941"/>
            <a:ext cx="261518" cy="26151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2694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726948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tabel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67512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667512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67512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order_status_logs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667512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promo_codes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67512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promo_usages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9555480" y="1691640"/>
            <a:ext cx="2084832" cy="361188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784080" y="1920240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4781" y="204094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0378440" y="19202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</a:t>
            </a:r>
            <a:endParaRPr lang="en-US" sz="1600" dirty="0"/>
          </a:p>
        </p:txBody>
      </p:sp>
      <p:sp>
        <p:nvSpPr>
          <p:cNvPr id="40" name="Text 33"/>
          <p:cNvSpPr txBox="1"/>
          <p:nvPr/>
        </p:nvSpPr>
        <p:spPr>
          <a:xfrm>
            <a:off x="10378440" y="2194560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tabel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9784080" y="2651760"/>
            <a:ext cx="1627632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banners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548640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1234440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disimpan INT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1234440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rupiah, tanpa desimal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4307738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906" y="5687568"/>
            <a:ext cx="329184" cy="32918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4993538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pesanan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4993538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nama, harga &amp; alamat disalin saat checkout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8066837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8005" y="5687568"/>
            <a:ext cx="329184" cy="329184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8752637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per varian</a:t>
            </a:r>
            <a:endParaRPr lang="en-US" sz="1300" dirty="0"/>
          </a:p>
        </p:txBody>
      </p:sp>
      <p:sp>
        <p:nvSpPr>
          <p:cNvPr id="53" name="Text 43"/>
          <p:cNvSpPr txBox="1"/>
          <p:nvPr/>
        </p:nvSpPr>
        <p:spPr>
          <a:xfrm>
            <a:off x="8752637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ukuran/warna punya stok sendiri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BISNIS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Status Pesanan dari Dibuat sampai Selesai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246602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12" y="193487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Pembayaran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dibuat, batas bayar 24 jam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161002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3465485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995" y="193487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58963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904683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diterima atau COD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379885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684368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878" y="193487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77846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123566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menyiapkan barang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598768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3251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761" y="193487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296729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Dikirim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342449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wajib input resi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8817651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10122134" y="1737360"/>
            <a:ext cx="822960" cy="8229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644" y="1934870"/>
            <a:ext cx="427939" cy="4279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515612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9561332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 pembeli / otomatis 7 hari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1658082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876965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3" name="Shape 25"/>
          <p:cNvSpPr/>
          <p:nvPr/>
        </p:nvSpPr>
        <p:spPr>
          <a:xfrm>
            <a:off x="548640" y="4005072"/>
            <a:ext cx="4437766" cy="822960"/>
          </a:xfrm>
          <a:prstGeom prst="roundRect">
            <a:avLst>
              <a:gd name="adj" fmla="val 15556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365760" cy="36576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280160" y="4078224"/>
            <a:ext cx="35233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Dibatalkan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1280160" y="4352544"/>
            <a:ext cx="35233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Lewat batas bayar, oleh pembeli, atau oleh admin (wajib alasan). Stok &amp; kuota promo kembali.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548640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777240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367528"/>
            <a:ext cx="237744" cy="237744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371600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Anti-overselling</a:t>
            </a:r>
            <a:endParaRPr lang="en-US" sz="1400" dirty="0"/>
          </a:p>
        </p:txBody>
      </p:sp>
      <p:sp>
        <p:nvSpPr>
          <p:cNvPr id="41" name="Text 31"/>
          <p:cNvSpPr txBox="1"/>
          <p:nvPr/>
        </p:nvSpPr>
        <p:spPr>
          <a:xfrm>
            <a:off x="1371600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dikurangi dalam satu transaksi database, hanya jika stok cukup.</a:t>
            </a:r>
            <a:endParaRPr lang="en-US" sz="1200" dirty="0"/>
          </a:p>
        </p:txBody>
      </p:sp>
      <p:sp>
        <p:nvSpPr>
          <p:cNvPr id="42" name="Shape 32"/>
          <p:cNvSpPr/>
          <p:nvPr/>
        </p:nvSpPr>
        <p:spPr>
          <a:xfrm>
            <a:off x="4338218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3"/>
          <p:cNvSpPr/>
          <p:nvPr/>
        </p:nvSpPr>
        <p:spPr>
          <a:xfrm>
            <a:off x="4566818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76546" y="5367528"/>
            <a:ext cx="237744" cy="23774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161178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dari server</a:t>
            </a:r>
            <a:endParaRPr lang="en-US" sz="1400" dirty="0"/>
          </a:p>
        </p:txBody>
      </p:sp>
      <p:sp>
        <p:nvSpPr>
          <p:cNvPr id="46" name="Text 35"/>
          <p:cNvSpPr txBox="1"/>
          <p:nvPr/>
        </p:nvSpPr>
        <p:spPr>
          <a:xfrm>
            <a:off x="5161178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Harga, ongkir, dan diskon selalu dihitung ulang dari database.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8127797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8" name="Shape 37"/>
          <p:cNvSpPr/>
          <p:nvPr/>
        </p:nvSpPr>
        <p:spPr>
          <a:xfrm>
            <a:off x="8356397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6125" y="5367528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8950757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status</a:t>
            </a:r>
            <a:endParaRPr lang="en-US" sz="1400" dirty="0"/>
          </a:p>
        </p:txBody>
      </p:sp>
      <p:sp>
        <p:nvSpPr>
          <p:cNvPr id="51" name="Text 39"/>
          <p:cNvSpPr txBox="1"/>
          <p:nvPr/>
        </p:nvSpPr>
        <p:spPr>
          <a:xfrm>
            <a:off x="8950757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perubahan status dicatat untuk timeline pesanan.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1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yang Nyaman Dipakai di HP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cerdas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produk muncul setelah mengetik 2 huruf.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foto penuh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geser dari admin; ada mode gelap.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ramah jempol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Ubin kategori besar dan mudah disentuh.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terlaris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Terlaris 30 hari terakhir, dengan harga coret dan rating.</a:t>
            </a:r>
            <a:endParaRPr lang="en-US" sz="13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AC9066-B8B3-FD73-CE84-3E2EE0555E6C}"/>
              </a:ext>
            </a:extLst>
          </p:cNvPr>
          <p:cNvSpPr/>
          <p:nvPr/>
        </p:nvSpPr>
        <p:spPr>
          <a:xfrm>
            <a:off x="4858927" y="3453125"/>
            <a:ext cx="261713" cy="405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2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yang Transparan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2_detail_produk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 zoom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dari berbagai sudut dan bisa diperbesar.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 interaktif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&amp; stok ikut berubah; varian habis terkunci.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jelas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coret dan persentase hemat, sudah termasuk PPN 11%.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dari pembeli yang pesanannya sudah selesai.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3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Langkah, Ongkir Sesuai Berat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3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Pelacak langkah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Alamat → Pengiriman → Pembayaran → Konfirmasi.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alamat tersimpan atau tambah baru.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otomatis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JNE, SiCepat, GoSend dihitung dari total berat.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&amp; ringkasan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akhir terlihat jelas sebelum memesan.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4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untuk Pengelola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4_admin_dashboard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gaya dengan toko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pil, mode terang &amp; gelap.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harian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hari ini serta omzet 7 dan 30 hari.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dengan stok ≤ 5 ditandai otomatis.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&amp; edit di modal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tampil di atas daftar, tanpa pindah halaman.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 5 Anggota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</a:t>
            </a: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22960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422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15568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Skema database &amp; Prisma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keamanan</a:t>
            </a:r>
            <a:endParaRPr lang="en-US" sz="13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27608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15568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Pull Request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2813243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3087563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3087563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2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3087563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Katalog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3087563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142232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380171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&amp; banner</a:t>
            </a:r>
            <a:endParaRPr lang="en-US" sz="13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709160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380171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&amp; filter</a:t>
            </a:r>
            <a:endParaRPr lang="en-US" sz="13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5276088"/>
            <a:ext cx="219456" cy="219456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3380171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detail produk</a:t>
            </a:r>
            <a:endParaRPr lang="en-US" sz="1300" dirty="0"/>
          </a:p>
        </p:txBody>
      </p:sp>
      <p:sp>
        <p:nvSpPr>
          <p:cNvPr id="29" name="Shape 20"/>
          <p:cNvSpPr/>
          <p:nvPr/>
        </p:nvSpPr>
        <p:spPr>
          <a:xfrm>
            <a:off x="5077846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21"/>
          <p:cNvSpPr txBox="1"/>
          <p:nvPr/>
        </p:nvSpPr>
        <p:spPr>
          <a:xfrm>
            <a:off x="5352166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31" name="Text 22"/>
          <p:cNvSpPr txBox="1"/>
          <p:nvPr/>
        </p:nvSpPr>
        <p:spPr>
          <a:xfrm>
            <a:off x="5352166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3</a:t>
            </a:r>
            <a:endParaRPr lang="en-US" sz="1200" dirty="0"/>
          </a:p>
        </p:txBody>
      </p:sp>
      <p:sp>
        <p:nvSpPr>
          <p:cNvPr id="32" name="Text 23"/>
          <p:cNvSpPr txBox="1"/>
          <p:nvPr/>
        </p:nvSpPr>
        <p:spPr>
          <a:xfrm>
            <a:off x="5352166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Transaksi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>
            <a:off x="5352166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142232"/>
            <a:ext cx="219456" cy="21945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644774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(drawer)</a:t>
            </a:r>
            <a:endParaRPr lang="en-US" sz="13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709160"/>
            <a:ext cx="219456" cy="219456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644774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3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5276088"/>
            <a:ext cx="219456" cy="219456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644774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sp>
        <p:nvSpPr>
          <p:cNvPr id="40" name="Shape 28"/>
          <p:cNvSpPr/>
          <p:nvPr/>
        </p:nvSpPr>
        <p:spPr>
          <a:xfrm>
            <a:off x="7342449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1" name="Text 29"/>
          <p:cNvSpPr txBox="1"/>
          <p:nvPr/>
        </p:nvSpPr>
        <p:spPr>
          <a:xfrm>
            <a:off x="7616769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42" name="Text 30"/>
          <p:cNvSpPr txBox="1"/>
          <p:nvPr/>
        </p:nvSpPr>
        <p:spPr>
          <a:xfrm>
            <a:off x="7616769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4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616769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Pesanan</a:t>
            </a:r>
            <a:endParaRPr lang="en-US" sz="1700" dirty="0"/>
          </a:p>
        </p:txBody>
      </p:sp>
      <p:sp>
        <p:nvSpPr>
          <p:cNvPr id="44" name="Shape 32"/>
          <p:cNvSpPr/>
          <p:nvPr/>
        </p:nvSpPr>
        <p:spPr>
          <a:xfrm>
            <a:off x="7616769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142232"/>
            <a:ext cx="219456" cy="21945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909377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&amp; kode promo</a:t>
            </a:r>
            <a:endParaRPr lang="en-US" sz="1300" dirty="0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709160"/>
            <a:ext cx="219456" cy="219456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7909377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5276088"/>
            <a:ext cx="219456" cy="219456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7909377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9607052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52" name="Text 37"/>
          <p:cNvSpPr txBox="1"/>
          <p:nvPr/>
        </p:nvSpPr>
        <p:spPr>
          <a:xfrm>
            <a:off x="9881372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53" name="Text 38"/>
          <p:cNvSpPr txBox="1"/>
          <p:nvPr/>
        </p:nvSpPr>
        <p:spPr>
          <a:xfrm>
            <a:off x="9881372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5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881372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&amp; QA</a:t>
            </a:r>
            <a:endParaRPr lang="en-US" sz="1700" dirty="0"/>
          </a:p>
        </p:txBody>
      </p:sp>
      <p:sp>
        <p:nvSpPr>
          <p:cNvPr id="55" name="Shape 40"/>
          <p:cNvSpPr/>
          <p:nvPr/>
        </p:nvSpPr>
        <p:spPr>
          <a:xfrm>
            <a:off x="9881372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142232"/>
            <a:ext cx="219456" cy="21945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10173980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stok menipis</a:t>
            </a:r>
            <a:endParaRPr lang="en-US" sz="1300" dirty="0"/>
          </a:p>
        </p:txBody>
      </p:sp>
      <p:pic>
        <p:nvPicPr>
          <p:cNvPr id="5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709160"/>
            <a:ext cx="219456" cy="219456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10173980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pesanan &amp; resi</a:t>
            </a:r>
            <a:endParaRPr lang="en-US" sz="13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5276088"/>
            <a:ext cx="219456" cy="2194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10173980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berbagai HP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KERJA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5 Orang Bekerja Tanpa Kode Bertabrakan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5778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Git &amp; GitHub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106424" y="3099816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08760" y="26791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branch fitur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508760" y="29443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feat/checkout, feat/admin, dari branch develop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374136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06424" y="3776472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508760" y="3355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kecil &amp; sering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508760" y="3621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commit untuk satu perubahan yang jelas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050792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106424" y="4453128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508760" y="40325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Pull Request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150876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Sertakan deskripsi dan tangkapan layar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14400" y="4727448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106424" y="5129784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508760" y="4709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orang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508760" y="49743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Ketua tim + satu anggota lain menyetujui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14400" y="5404104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3858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&amp; rilis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1508760" y="5650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develop, lalu ke main di akhir tiap tahap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400800" y="1691640"/>
            <a:ext cx="5242255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675120" y="187452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821" y="199522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315200" y="1874520"/>
            <a:ext cx="4144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Tugas Trello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6675120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679360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6" name="Text 31"/>
          <p:cNvSpPr txBox="1"/>
          <p:nvPr/>
        </p:nvSpPr>
        <p:spPr>
          <a:xfrm>
            <a:off x="7917104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Dikerjakan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8921344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9088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Coba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10163327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5"/>
          <p:cNvSpPr txBox="1"/>
          <p:nvPr/>
        </p:nvSpPr>
        <p:spPr>
          <a:xfrm>
            <a:off x="10401071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320040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yang tertahan lebih dari 2 hari dibahas bersama.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400800" y="3977640"/>
            <a:ext cx="5242255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6675120" y="416052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270248"/>
            <a:ext cx="237744" cy="237744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7269480" y="414223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Sinkronisasi 20 menit</a:t>
            </a:r>
            <a:endParaRPr 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7269480" y="439826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awal pekan untuk cek progres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6675120" y="480060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910328"/>
            <a:ext cx="237744" cy="23774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7269480" y="478231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Berpasangan FE–BE</a:t>
            </a:r>
            <a:endParaRPr lang="en-US" sz="1400" dirty="0"/>
          </a:p>
        </p:txBody>
      </p:sp>
      <p:sp>
        <p:nvSpPr>
          <p:cNvPr id="50" name="Text 43"/>
          <p:cNvSpPr txBox="1"/>
          <p:nvPr/>
        </p:nvSpPr>
        <p:spPr>
          <a:xfrm>
            <a:off x="7269480" y="503834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backend satu modul selalu berkoordinasi</a:t>
            </a:r>
            <a:endParaRPr lang="en-US" sz="1200" dirty="0"/>
          </a:p>
        </p:txBody>
      </p:sp>
      <p:sp>
        <p:nvSpPr>
          <p:cNvPr id="51" name="Shape 44"/>
          <p:cNvSpPr/>
          <p:nvPr/>
        </p:nvSpPr>
        <p:spPr>
          <a:xfrm>
            <a:off x="6675120" y="544068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550408"/>
            <a:ext cx="237744" cy="23774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7269480" y="542239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Dokumentasi rutin</a:t>
            </a:r>
            <a:endParaRPr lang="en-US" sz="1400" dirty="0"/>
          </a:p>
        </p:txBody>
      </p:sp>
      <p:sp>
        <p:nvSpPr>
          <p:cNvPr id="54" name="Text 46"/>
          <p:cNvSpPr txBox="1"/>
          <p:nvPr/>
        </p:nvSpPr>
        <p:spPr>
          <a:xfrm>
            <a:off x="7269480" y="567842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dan keputusan penting dicatat di README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KUALITAS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Keberhasilan yang Terukur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2,5 dtk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 halaman produk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jaringan HP 4G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90824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65144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menit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3665144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checkout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665144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keranjang sampai pesanan dibuat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07328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60%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tuntas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mulai checkout berhasil memesan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075191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9511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20%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tidak bayar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349511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batal karena lewat batas bayar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297680"/>
            <a:ext cx="11094415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6868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KAMI MENGUJI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68680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5104181"/>
            <a:ext cx="261518" cy="26151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08760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desktop 100, seluler 91–92 (LCP ~3 dtk)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482264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965" y="5104181"/>
            <a:ext cx="261518" cy="26151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4122344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3+ HP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4122344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Firefox, Safari; layar 360 px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095848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548" y="5104181"/>
            <a:ext cx="261518" cy="26151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735928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end-to-end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6735928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produk sampai pesanan selesai: lulus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709431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0132" y="510418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349511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bersamaan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9349511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Teruji: dua pembeli, satu stok terakhir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REGULASI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Melindungi Data Pembeli dan Transaksi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219821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Privasi Data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 PDP No. 27/2022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0448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61872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hanya untuk pengiriman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28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61872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Persetujuan privasi saat daftar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1224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61872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 bisa menghapus akun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338218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658258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796" y="2198218"/>
            <a:ext cx="404165" cy="40416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Akun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4658258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hak akses</a:t>
            </a:r>
            <a:endParaRPr lang="en-US" sz="13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3904488"/>
            <a:ext cx="256032" cy="25603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051450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di-hash Argon2id</a:t>
            </a:r>
            <a:endParaRPr lang="en-US" sz="14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4562856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051450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maks. 5 percobaan / 15 menit</a:t>
            </a:r>
            <a:endParaRPr lang="en-US" sz="14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5221224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051450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khusus role admin</a:t>
            </a:r>
            <a:endParaRPr lang="en-US" sz="1400" dirty="0"/>
          </a:p>
        </p:txBody>
      </p:sp>
      <p:sp>
        <p:nvSpPr>
          <p:cNvPr id="29" name="Shape 18"/>
          <p:cNvSpPr/>
          <p:nvPr/>
        </p:nvSpPr>
        <p:spPr>
          <a:xfrm>
            <a:off x="8127797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Shape 19"/>
          <p:cNvSpPr/>
          <p:nvPr/>
        </p:nvSpPr>
        <p:spPr>
          <a:xfrm>
            <a:off x="8447837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4374" y="2198218"/>
            <a:ext cx="404165" cy="404165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447837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Adil</a:t>
            </a:r>
            <a:endParaRPr lang="en-US" sz="2000" dirty="0"/>
          </a:p>
        </p:txBody>
      </p:sp>
      <p:sp>
        <p:nvSpPr>
          <p:cNvPr id="33" name="Text 21"/>
          <p:cNvSpPr txBox="1"/>
          <p:nvPr/>
        </p:nvSpPr>
        <p:spPr>
          <a:xfrm>
            <a:off x="8447837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&amp; pembayaran</a:t>
            </a:r>
            <a:endParaRPr lang="en-US" sz="13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3904488"/>
            <a:ext cx="256032" cy="256032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8841029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bayar 24 jam</a:t>
            </a:r>
            <a:endParaRPr lang="en-US" sz="14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4562856"/>
            <a:ext cx="256032" cy="256032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841029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kembali saat pesanan batal</a:t>
            </a:r>
            <a:endParaRPr lang="en-US" sz="14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5221224"/>
            <a:ext cx="256032" cy="256032"/>
          </a:xfrm>
          <a:prstGeom prst="rect">
            <a:avLst/>
          </a:prstGeom>
        </p:spPr>
      </p:pic>
      <p:sp>
        <p:nvSpPr>
          <p:cNvPr id="39" name="Text 24"/>
          <p:cNvSpPr txBox="1"/>
          <p:nvPr/>
        </p:nvSpPr>
        <p:spPr>
          <a:xfrm>
            <a:off x="8841029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dikunci agar tidak overselling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RISIKO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yang Kami Antisipasi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396849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baru mengenal Next.js &amp; Prisma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 minggu awal lambat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bersama di minggu 1 dan contoh kode per modul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terus bertambah (scope creep)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tidak selesai tepat waktu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baru masuk daftar Lanjutan dan harus disetujui ketua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Konflik kode saat penggabungan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 habis memperbaiki merge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per fitur, folder terpisah, Pull Request kecil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Stok terjual melebihi persediaan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Pesanan tidak bisa dipenuhi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Transaksi database dan pengurangan stok bersyarat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berhalangan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terhenti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Pasangan FE–BE saling back-up, dokumentasi rutin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server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pesanan &amp; pelanggan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MySQL harian &amp; mingguan, uji restore bulanan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DEMO &amp; RILIS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dan Rencana Deployment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0350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(± 7 menit)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mencari produk dan memilih varian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31546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31455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kode HEMAT10 (min. Rp 100.000)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118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17320" y="36027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mengonfirmasi pembayaran dan input resi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0690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40599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menerima pesanan dan memberi ulasan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5262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5171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Menunjukkan pesanan yang batal otomatis setelah 24 jam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868680" y="5120640"/>
            <a:ext cx="539496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30352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52120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Pembayaran: Midtrans sandbox (BCA, Mandiri; QRIS tertunda). Uang asli butuh badan usaha (PT/CV), jadi COD dan konfirmasi admin tetap tersedia.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858000" y="169164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13232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021" y="204094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192024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Demo Siap</a:t>
            </a:r>
            <a:endParaRPr lang="en-US" sz="17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264261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4380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akun admin + 1 akun pembeli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026664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543800" y="299008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produk dengan varian &amp; berat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410712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37413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pesanan di semua status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6858000" y="402336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7132320" y="425196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021" y="4372661"/>
            <a:ext cx="261518" cy="26151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772400" y="425196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70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4974336"/>
            <a:ext cx="219456" cy="21945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543800" y="49377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(aplikasi) + Aiven (MySQL)</a:t>
            </a:r>
            <a:endParaRPr lang="en-US" sz="13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358384"/>
            <a:ext cx="219456" cy="21945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7543800" y="532180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otomatis dari Vercel</a:t>
            </a:r>
            <a:endParaRPr lang="en-US" sz="1300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742432"/>
            <a:ext cx="219456" cy="21945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7543800" y="570585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Cadangan manual (jadwal otomatis belum)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sudah berjalan online dan siap didemokan.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3300618"/>
            <a:ext cx="256764" cy="2567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&amp; desain siap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Beranda, detail produk, checkout, dan admin sudah berjalan.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07328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3300618"/>
            <a:ext cx="256764" cy="2567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93128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ramah pemula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93128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Prisma + MySQL dalam satu proyek TypeScript.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1520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05840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4489338"/>
            <a:ext cx="256764" cy="2567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91640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teratur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91640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per fitur, Pull Request, dan papan tugas Trello.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33008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07328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4489338"/>
            <a:ext cx="256764" cy="2567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93128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MVP realistis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93128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belanja sampai bayar sandbox sudah teruji.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31520" y="55321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Mohon masukan, saran, dan bimbingannya  ·  Sesi Tanya Jawab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2244</Words>
  <Application>Microsoft Office PowerPoint</Application>
  <PresentationFormat>Widescreen</PresentationFormat>
  <Paragraphs>482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TokoKita - Rencana Proyek E-Commerce</dc:title>
  <dc:subject>PptxGenJS Presentation</dc:subject>
  <dc:creator>Tim Magang TokoKita</dc:creator>
  <cp:lastModifiedBy>Kevin Ilham</cp:lastModifiedBy>
  <cp:revision>4</cp:revision>
  <dcterms:created xsi:type="dcterms:W3CDTF">2026-09-24T01:28:56Z</dcterms:created>
  <dcterms:modified xsi:type="dcterms:W3CDTF">2026-09-27T09:26:05Z</dcterms:modified>
</cp:coreProperties>
</file>