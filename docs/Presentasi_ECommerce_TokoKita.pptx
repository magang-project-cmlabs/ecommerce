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28aba80d-21c9-9da8-1152-ed4cf3748a47}">
          <p14:sldIdLst>
            <p14:sldId id="256"/>
            <p14:sldId id="257"/>
          </p14:sldIdLst>
        </p14:section>
        <p14:section name="Latar &amp; cakupan" id="{0c3f99bc-29db-75d1-9d9b-40653df43fe9}">
          <p14:sldIdLst>
            <p14:sldId id="258"/>
            <p14:sldId id="259"/>
            <p14:sldId id="260"/>
          </p14:sldIdLst>
        </p14:section>
        <p14:section name="Teknologi" id="{f7da6205-8369-c94c-d63e-2dfe88598a4f}">
          <p14:sldIdLst>
            <p14:sldId id="261"/>
            <p14:sldId id="262"/>
            <p14:sldId id="263"/>
            <p14:sldId id="264"/>
          </p14:sldIdLst>
        </p14:section>
        <p14:section name="Tampilan aplikasi" id="{ed409827-03ea-3e94-dc5b-2e03151c6622}">
          <p14:sldIdLst>
            <p14:sldId id="265"/>
            <p14:sldId id="266"/>
            <p14:sldId id="267"/>
            <p14:sldId id="268"/>
            <p14:sldId id="269"/>
            <p14:sldId id="270"/>
          </p14:sldIdLst>
        </p14:section>
        <p14:section name="Tim &amp; cara kerja" id="{bf78a3af-7e8a-20a4-c47f-687eee35debb}">
          <p14:sldIdLst>
            <p14:sldId id="271"/>
            <p14:sldId id="272"/>
          </p14:sldIdLst>
        </p14:section>
        <p14:section name="Kualitas &amp; demo" id="{8fb4e372-1d0a-51ed-dce8-543c5d2f56ed}">
          <p14:sldIdLst>
            <p14:sldId id="273"/>
            <p14:sldId id="274"/>
            <p14:sldId id="275"/>
            <p14:sldId id="276"/>
          </p14:sldIdLst>
        </p14:section>
        <p14:section name="Penutup" id="{71e7e6ac-fb33-ca38-eefa-9b4330c9f8a0}">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ongkir per zona provinsi, Login Google, dan tombol cek resi di situs kurir. Lacak resi otomatis sudah dikodekan tetapi belum diaktifkan karena API-nya berbayar sekitar Rp 15 per pengecekan.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nama tiap anggota saat presentasi. Pembagian mengikuti modul PRD agar tiap orang punya area yang jelas dan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Login Google dengan OAuth + PKCE (admin tetap wajib password),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Ongkir per zona provinsi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Cek resi di situs kurir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 (API berbayar, kode siap)</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Tarif ongkir resmi ekspedisi</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Dari total berat dan zona provinsi tujuan.</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peran 5 anggota</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1</a:t>
            </a:r>
            <a:endParaRPr lang="en-US" sz="1150" dirty="0"/>
          </a:p>
        </p:txBody>
      </p:sp>
      <p:sp>
        <p:nvSpPr>
          <p:cNvPr id="8" name="Text 6"/>
          <p:cNvSpPr txBox="1"/>
          <p:nvPr/>
        </p:nvSpPr>
        <p:spPr>
          <a:xfrm>
            <a:off x="804672"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9" name="Text 7"/>
          <p:cNvSpPr txBox="1"/>
          <p:nvPr/>
        </p:nvSpPr>
        <p:spPr>
          <a:xfrm>
            <a:off x="804672"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10" name="Shape 8"/>
          <p:cNvSpPr/>
          <p:nvPr/>
        </p:nvSpPr>
        <p:spPr>
          <a:xfrm>
            <a:off x="2816352" y="1874520"/>
            <a:ext cx="2103120" cy="4114800"/>
          </a:xfrm>
          <a:prstGeom prst="roundRect">
            <a:avLst>
              <a:gd name="adj" fmla="val 9565"/>
            </a:avLst>
          </a:prstGeom>
          <a:solidFill>
            <a:srgbClr val="F3F3F3"/>
          </a:solidFill>
          <a:ln/>
        </p:spPr>
      </p:sp>
      <p:sp>
        <p:nvSpPr>
          <p:cNvPr id="11" name="Text 9"/>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2" name="Text 10"/>
          <p:cNvSpPr txBox="1"/>
          <p:nvPr/>
        </p:nvSpPr>
        <p:spPr>
          <a:xfrm>
            <a:off x="3072384"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2</a:t>
            </a:r>
            <a:endParaRPr lang="en-US" sz="1150" dirty="0"/>
          </a:p>
        </p:txBody>
      </p:sp>
      <p:sp>
        <p:nvSpPr>
          <p:cNvPr id="13" name="Text 11"/>
          <p:cNvSpPr txBox="1"/>
          <p:nvPr/>
        </p:nvSpPr>
        <p:spPr>
          <a:xfrm>
            <a:off x="3072384"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4" name="Text 12"/>
          <p:cNvSpPr txBox="1"/>
          <p:nvPr/>
        </p:nvSpPr>
        <p:spPr>
          <a:xfrm>
            <a:off x="3072384"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5" name="Shape 13"/>
          <p:cNvSpPr/>
          <p:nvPr/>
        </p:nvSpPr>
        <p:spPr>
          <a:xfrm>
            <a:off x="5084064" y="1874520"/>
            <a:ext cx="2103120" cy="4114800"/>
          </a:xfrm>
          <a:prstGeom prst="roundRect">
            <a:avLst>
              <a:gd name="adj" fmla="val 9565"/>
            </a:avLst>
          </a:prstGeom>
          <a:solidFill>
            <a:srgbClr val="F3F3F3"/>
          </a:solidFill>
          <a:ln/>
        </p:spPr>
      </p:sp>
      <p:sp>
        <p:nvSpPr>
          <p:cNvPr id="16" name="Text 14"/>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7" name="Text 15"/>
          <p:cNvSpPr txBox="1"/>
          <p:nvPr/>
        </p:nvSpPr>
        <p:spPr>
          <a:xfrm>
            <a:off x="5340096"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3</a:t>
            </a:r>
            <a:endParaRPr lang="en-US" sz="1150" dirty="0"/>
          </a:p>
        </p:txBody>
      </p:sp>
      <p:sp>
        <p:nvSpPr>
          <p:cNvPr id="18" name="Text 16"/>
          <p:cNvSpPr txBox="1"/>
          <p:nvPr/>
        </p:nvSpPr>
        <p:spPr>
          <a:xfrm>
            <a:off x="5340096"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9" name="Text 17"/>
          <p:cNvSpPr txBox="1"/>
          <p:nvPr/>
        </p:nvSpPr>
        <p:spPr>
          <a:xfrm>
            <a:off x="5340096"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20" name="Shape 18"/>
          <p:cNvSpPr/>
          <p:nvPr/>
        </p:nvSpPr>
        <p:spPr>
          <a:xfrm>
            <a:off x="7351776" y="1874520"/>
            <a:ext cx="2103120" cy="4114800"/>
          </a:xfrm>
          <a:prstGeom prst="roundRect">
            <a:avLst>
              <a:gd name="adj" fmla="val 9565"/>
            </a:avLst>
          </a:prstGeom>
          <a:solidFill>
            <a:srgbClr val="F3F3F3"/>
          </a:solidFill>
          <a:ln/>
        </p:spPr>
      </p:sp>
      <p:sp>
        <p:nvSpPr>
          <p:cNvPr id="21" name="Text 19"/>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22" name="Text 20"/>
          <p:cNvSpPr txBox="1"/>
          <p:nvPr/>
        </p:nvSpPr>
        <p:spPr>
          <a:xfrm>
            <a:off x="7607808"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4</a:t>
            </a:r>
            <a:endParaRPr lang="en-US" sz="1150" dirty="0"/>
          </a:p>
        </p:txBody>
      </p:sp>
      <p:sp>
        <p:nvSpPr>
          <p:cNvPr id="23" name="Text 21"/>
          <p:cNvSpPr txBox="1"/>
          <p:nvPr/>
        </p:nvSpPr>
        <p:spPr>
          <a:xfrm>
            <a:off x="7607808"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4" name="Text 22"/>
          <p:cNvSpPr txBox="1"/>
          <p:nvPr/>
        </p:nvSpPr>
        <p:spPr>
          <a:xfrm>
            <a:off x="7607808"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5" name="Shape 23"/>
          <p:cNvSpPr/>
          <p:nvPr/>
        </p:nvSpPr>
        <p:spPr>
          <a:xfrm>
            <a:off x="9619488" y="1874520"/>
            <a:ext cx="2103120" cy="4114800"/>
          </a:xfrm>
          <a:prstGeom prst="roundRect">
            <a:avLst>
              <a:gd name="adj" fmla="val 9565"/>
            </a:avLst>
          </a:prstGeom>
          <a:solidFill>
            <a:srgbClr val="F3F3F3"/>
          </a:solidFill>
          <a:ln/>
        </p:spPr>
      </p:sp>
      <p:sp>
        <p:nvSpPr>
          <p:cNvPr id="26" name="Text 24"/>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7" name="Text 25"/>
          <p:cNvSpPr txBox="1"/>
          <p:nvPr/>
        </p:nvSpPr>
        <p:spPr>
          <a:xfrm>
            <a:off x="9875520"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5</a:t>
            </a:r>
            <a:endParaRPr lang="en-US" sz="1150" dirty="0"/>
          </a:p>
        </p:txBody>
      </p:sp>
      <p:sp>
        <p:nvSpPr>
          <p:cNvPr id="28" name="Text 26"/>
          <p:cNvSpPr txBox="1"/>
          <p:nvPr/>
        </p:nvSpPr>
        <p:spPr>
          <a:xfrm>
            <a:off x="9875520"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9" name="Text 27"/>
          <p:cNvSpPr txBox="1"/>
          <p:nvPr/>
        </p:nvSpPr>
        <p:spPr>
          <a:xfrm>
            <a:off x="9875520"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551</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+ 34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88</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Argon2id + Login Google (PKCE)</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TokoKita Monokrom">
  <a:themeElements>
    <a:clrScheme name="TokoKita Monokrom">
      <a:dk1>
        <a:srgbClr val="0A0A0A"/>
      </a:dk1>
      <a:lt1>
        <a:srgbClr val="FFFFFF"/>
      </a:lt1>
      <a:dk2>
        <a:srgbClr val="5C5C5C"/>
      </a:dk2>
      <a:lt2>
        <a:srgbClr val="F3F3F3"/>
      </a:lt2>
      <a:accent1>
        <a:srgbClr val="0A0A0A"/>
      </a:accent1>
      <a:accent2>
        <a:srgbClr val="DC2626"/>
      </a:accent2>
      <a:accent3>
        <a:srgbClr val="5C5C5C"/>
      </a:accent3>
      <a:accent4>
        <a:srgbClr val="A3A3A3"/>
      </a:accent4>
      <a:accent5>
        <a:srgbClr val="E6E6E6"/>
      </a:accent5>
      <a:accent6>
        <a:srgbClr val="171717"/>
      </a:accent6>
      <a:hlink>
        <a:srgbClr val="0A0A0A"/>
      </a:hlink>
      <a:folHlink>
        <a:srgbClr val="5C5C5C"/>
      </a:folHlink>
    </a:clrScheme>
    <a:fontScheme name="TokoKita Monokrom">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2026-10-03T10:51:12Z</dcterms:created>
  <dcterms:modified xsi:type="dcterms:W3CDTF">2026-10-03T10:51:12Z</dcterms:modified>
</cp:coreProperties>
</file>